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BM1690 TPU</a:t>
            </a:r>
            <a:br/>
            <a:r>
              <a:t>Fused W8A16 MLP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4C8DC"/>
                </a:solidFill>
              </a:defRPr>
            </a:pPr>
            <a:r>
              <a:t>基于 TileLang 的实现与验证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B4C8"/>
                </a:solidFill>
              </a:defRPr>
            </a:pPr>
            <a:r>
              <a:t>2026-06-07 | TileLang-TPU for BM1690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项目目标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▎用 TileLang 在 BM1690 TPU 上实现融合 W8A16 MLP kernel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   output = down_proj( silu( gate_proj(x) ) x up_proj(x) )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▎单次 TPU launch 完成全部计算（gate + up + SiLU + down）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▎W8A16 去量化：int8权重 + per-block fp16 scale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▎注册为 torch.ops.my_ops.mlp_w8a16_dq_forward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▎cmodel 仿真 + PCIe 实卡双重验证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Python 调用 → TileLang 编译 → TPU 执行</a:t>
            </a:r>
            <a:br/>
            <a:br/>
            <a:r>
              <a:t>  torch.ops.my_ops.mlp_w8a16_dq_forward(x, w_int8, ...)</a:t>
            </a:r>
            <a:br/>
            <a:r>
              <a:t>         |</a:t>
            </a:r>
            <a:br/>
            <a:r>
              <a:t>         v</a:t>
            </a:r>
            <a:br/>
            <a:r>
              <a:t>  ① CPU 去量化 (int8 -&gt; fp16)</a:t>
            </a:r>
            <a:br/>
            <a:r>
              <a:t>  ② tilelang.compile(kernel) -&gt; TIR -&gt; C code</a:t>
            </a:r>
            <a:br/>
            <a:r>
              <a:t>  ③ RISC-V 交叉编译 -&gt; libkernel.so (TPU设备端)</a:t>
            </a:r>
            <a:br/>
            <a:r>
              <a:t>  ④ x86 编译 -&gt; main.so (主机端启动器)</a:t>
            </a:r>
            <a:br/>
            <a:r>
              <a:t>  ⑤ tpuRtInit -&gt; kernel_launch -&gt; TPU 执行</a:t>
            </a:r>
            <a:br/>
            <a:r>
              <a:t>         |</a:t>
            </a:r>
            <a:br/>
            <a:r>
              <a:t>         v</a:t>
            </a:r>
            <a:br/>
            <a:r>
              <a:t>  输出: output[M, hidden] fp16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核心文件 (8个)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文件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行数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角色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mlp_w8a16_fused_kernel.py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~177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融合kernel TIR定义 - 核心算力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mlp_w8a16_dq_forward.py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~135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调用入口 + torch.ops注册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torch_ref.py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~91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PyTorch参考实现 (验证基准)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codegen_ppl.cc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+4行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编译器TPU后端 (ppl.min/max)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customize.py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+34行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TileLang DSL (T.ppl_*)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test_cmodel.py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~170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cmodel 5阶段测试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test_hardware.py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~160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PCIe 4阶段测试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test_dsv3.py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~97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DSv3尺度编译测试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</a:defRPr>
            </a:pPr>
            <a:r>
              <a:t>额外环境修复: libgen.py, main_template.cpp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融合 Kernel 内部结构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Grid: (D_tiles, M_tiles)</a:t>
            </a:r>
            <a:br/>
            <a:r>
              <a:t>D-tile在grid层，避免编译代码爆炸</a:t>
            </a:r>
            <a:br/>
            <a:br/>
            <a:r>
              <a:t>11 个 local buffer (8 fp32 + 3 fp16)</a:t>
            </a:r>
            <a:br/>
            <a:r>
              <a:t>总计 ～221KB (＜256KB/lane)</a:t>
            </a:r>
            <a:br/>
            <a:br/>
            <a:r>
              <a:t>三层循环:</a:t>
            </a:r>
            <a:br/>
            <a:r>
              <a:t>  for n_tile in N_tiles:</a:t>
            </a:r>
            <a:br/>
            <a:r>
              <a:t>    for k_tile in K_tiles:</a:t>
            </a:r>
            <a:br/>
            <a:r>
              <a:t>      GEMM gate + up</a:t>
            </a:r>
            <a:br/>
            <a:r>
              <a:t>    SiLU (6步 fp32)</a:t>
            </a:r>
            <a:br/>
            <a:r>
              <a:t>    fp16 裁剪 (ppl_min/max)</a:t>
            </a:r>
            <a:br/>
            <a:r>
              <a:t>    GEMM down</a:t>
            </a:r>
            <a:br/>
            <a:r>
              <a:t>  store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SiLU 的6步计算:</a:t>
            </a:r>
            <a:br/>
            <a:br/>
            <a:r>
              <a:t>① C_temp = gate (备份)</a:t>
            </a:r>
            <a:br/>
            <a:r>
              <a:t>② exp_work0 = -gate</a:t>
            </a:r>
            <a:br/>
            <a:r>
              <a:t>③ exp_work0 = exp2(-gate)</a:t>
            </a:r>
            <a:br/>
            <a:r>
              <a:t>④ exp_work1 = exp(-gate)+1</a:t>
            </a:r>
            <a:br/>
            <a:r>
              <a:t>⑤ gate = C_temp/exp_work1</a:t>
            </a:r>
            <a:br/>
            <a:r>
              <a:t>⑥ C_temp = gate x up</a:t>
            </a:r>
            <a:br/>
            <a:br/>
            <a:r>
              <a:t>关键: 所有src和dst必须不同!</a:t>
            </a:r>
            <a:br/>
            <a:r>
              <a:t>PPL BDC禁止in-place操作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编译器链路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T.ppl_gemm(...)  -  customize.py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  -&gt; T.call_extern("ppl.gemm", ...)  -  TIR CallNode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    -&gt; codegen_ppl.cc 匹配 op_name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      -&gt; emit: tpu_bdc_fp_mm_R_trans(...)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        -&gt; libkernel.so (RISC-V编译)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新增编译器支持 (Phase D):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  T.ppl_min  -&gt; tpu_bdc_fp_min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  T.ppl_max  -&gt; tpu_bdc_fp_max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代码位置: src/target/codegen_ppl.cc (+4行)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         tilelang/language/customize.py (+34行)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环境修复 (6个Bug)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问题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表现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根因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PPL_KERNEL_PATH未设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init()返回-2, 全零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环境变量缺失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ctypes.CDLL缓存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多stage失败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按inode缓存，重编加载旧.so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SiLU in-place buffer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PPL禁止src==dst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block_M=32溢出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&gt;256KB/lane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资源泄漏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错误路径未释放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缺tpuRtStreamDestroy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D-tile串行循环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编译&gt;300s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TIR代码爆炸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验证结果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9"/>
                </a:solidFill>
              </a:defRPr>
            </a:pPr>
            <a:r>
              <a:t>Cmodel 5阶段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测试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MaxDiff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Tiny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Multi-K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16.0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Multi-N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Multi-NK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16.0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32.0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9"/>
                </a:solidFill>
              </a:defRPr>
            </a:pPr>
            <a:r>
              <a:t>PCIe实卡 4阶段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64592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  <a:gridCol w="838200"/>
                <a:gridCol w="838200"/>
                <a:gridCol w="838200"/>
                <a:gridCol w="83820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测试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MaxDiff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Decode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Small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16.0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Multi-DK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16.0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3840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t>DSv3 编译测试:</a:t>
            </a:r>
            <a:br/>
            <a:r>
              <a:t>  h=1024, i=2752: 1.6秒 (之前&gt;300s)</a:t>
            </a:r>
            <a:br/>
            <a:r>
              <a:t>  Grid: (8,1), 每block 176迭代</a:t>
            </a:r>
            <a:br/>
            <a:br/>
            <a:r>
              <a:t>单元测试:</a:t>
            </a:r>
            <a:br/>
            <a:r>
              <a:t>  SiLU精度: max diff 1.9e-6</a:t>
            </a:r>
            <a:br/>
            <a:r>
              <a:t>  block_M=32: max diff 1.1e-5</a:t>
            </a:r>
            <a:br/>
            <a:r>
              <a:t>  ppl_min/max API: 可用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关于精度差异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Q: 为什么 max diff 有 16~32 这么大?</a:t>
            </a:r>
            <a:br/>
            <a:br/>
            <a:r>
              <a:t>A: 这是 fp16 x fp16 GEMM 的正常精度行为:</a:t>
            </a:r>
            <a:br/>
            <a:br/>
            <a:r>
              <a:t>   TPU 路径: 乘积 fp16 × fp16 -&gt; round 到 fp16 -&gt; fp32 积累</a:t>
            </a:r>
            <a:br/>
            <a:r>
              <a:t>   CPU 路径: 乘积 upcast 到 fp32 -&gt; fp32 积累 -&gt; round 到 fp16</a:t>
            </a:r>
            <a:br/>
            <a:br/>
            <a:r>
              <a:t>   当值在 ~30000 时, 0.1% 的精度差 = 30, 符合 16~32 的观测值</a:t>
            </a:r>
            <a:br/>
            <a:br/>
            <a:r>
              <a:t>  INF/NaN: 均为 0 ✅</a:t>
            </a:r>
            <a:br/>
            <a:r>
              <a:t>  所有 kernel_launch: success 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▎目标完成情况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  ✓ 单融合 kernel: gate+up+SiLU+down 一次TPU启动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  ✓ W8A16去量化: int8 + fp16 scale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  ✓ cmodel验证: 5阶段全部PASS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  ✓ PCIe实卡: 4阶段全部PASS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  ✓ torch.ops.my_ops 已注册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  ✓ fp16裁剪 (ppl_min/ppl_max)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  ✓ block_M=32 (Phase B)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  ✓ DSv3编译优化 1.6s (Phase C)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▎后续可优化方向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  - fp16下溢保护 (abs&lt;6e-5-&gt;0)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  - DSv3全尺寸实卡测试 (h=4096)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